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DigiSampatti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C853"/>
                </a:solidFill>
              </a:rPr>
              <a:t>ಡಿಜಿ ಸಂಪತ್ತಿ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8346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8D2DC"/>
                </a:solidFill>
              </a:rPr>
              <a:t>India's first full-journey property intelligence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6A5B4"/>
                </a:solidFill>
              </a:rPr>
              <a:t>Camera. GPS. Expert. Verdict. From advance payment to registration.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86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382"/>
                </a:solidFill>
              </a:rPr>
              <a:t>SEED ROUND  ·  INVESTOR TEASER  ·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663440"/>
            <a:ext cx="2468880" cy="384048"/>
          </a:xfrm>
          <a:prstGeom prst="rect">
            <a:avLst/>
          </a:prstGeom>
          <a:solidFill>
            <a:srgbClr val="191928"/>
          </a:solidFill>
          <a:ln w="12700"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690872"/>
            <a:ext cx="2432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4C3D2"/>
                </a:solidFill>
              </a:rPr>
              <a:t>Patent Pending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4663440"/>
            <a:ext cx="2468880" cy="384048"/>
          </a:xfrm>
          <a:prstGeom prst="rect">
            <a:avLst/>
          </a:prstGeom>
          <a:solidFill>
            <a:srgbClr val="191928"/>
          </a:solidFill>
          <a:ln w="12700"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4690872"/>
            <a:ext cx="2432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4C3D2"/>
                </a:solidFill>
              </a:rPr>
              <a:t>Karnataka · India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663440"/>
            <a:ext cx="2468880" cy="384048"/>
          </a:xfrm>
          <a:prstGeom prst="rect">
            <a:avLst/>
          </a:prstGeom>
          <a:solidFill>
            <a:srgbClr val="191928"/>
          </a:solidFill>
          <a:ln w="12700"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4690872"/>
            <a:ext cx="2432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4C3D2"/>
                </a:solidFill>
              </a:rPr>
              <a:t>Google Play Store (Submitted)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4663440"/>
            <a:ext cx="2468880" cy="384048"/>
          </a:xfrm>
          <a:prstGeom prst="rect">
            <a:avLst/>
          </a:prstGeom>
          <a:solidFill>
            <a:srgbClr val="191928"/>
          </a:solidFill>
          <a:ln w="12700"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8" y="4690872"/>
            <a:ext cx="2432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4C3D2"/>
                </a:solidFill>
              </a:rPr>
              <a:t>DPDP Act Compliant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3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0A0A"/>
                </a:solidFill>
              </a:rPr>
              <a:t>₹50,000 Crore Problem. Zero Platforms Solving It Completely.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65836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India: 6 crore property transactions/year.  90% of buyers verify nothing.  Average lawyer fee: ₹50,000.  DigiSampatti: ₹99.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3657600" cy="2286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53"/>
                </a:solidFill>
              </a:rPr>
              <a:t>7 Portals. No Connection.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2DC"/>
                </a:solidFill>
              </a:rPr>
              <a:t>Bhoomi, IGRS, RERA, BBMP, eCourts, CERSAI, Benami — each accurate in isolation. Fraud only appears when all 7 are read against each other. No platform does this.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65960"/>
            <a:ext cx="3657600" cy="2286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29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53"/>
                </a:solidFill>
              </a:rPr>
              <a:t>Advance Paid Blind.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42316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2DC"/>
                </a:solidFill>
              </a:rPr>
              <a:t>Buyer pays ₹1–5L token money before due diligence. Discovers issues after paying. Fights months for refund. No pre-advance check tool exists.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965960"/>
            <a:ext cx="3657600" cy="2286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029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53"/>
                </a:solidFill>
              </a:rPr>
              <a:t>Journey Broken After Step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42316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2DC"/>
                </a:solidFill>
              </a:rPr>
              <a:t>Even if a buyer runs one check, they have no help with legal opinion, stamp duty, registration prep, mutation tracking, or portfolio management.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34840"/>
            <a:ext cx="2743200" cy="13716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A0A0A"/>
                </a:solidFill>
              </a:rPr>
              <a:t>6Cr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78"/>
                </a:solidFill>
              </a:rPr>
              <a:t>transactions/year
in India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4434840"/>
            <a:ext cx="2743200" cy="13716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44805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A0A0A"/>
                </a:solidFill>
              </a:rPr>
              <a:t>90%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120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78"/>
                </a:solidFill>
              </a:rPr>
              <a:t>buyers verify
nothing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434840"/>
            <a:ext cx="2743200" cy="13716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4805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A0A0A"/>
                </a:solidFill>
              </a:rPr>
              <a:t>₹50K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120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78"/>
                </a:solidFill>
              </a:rPr>
              <a:t>avg lawyer fee
per 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4434840"/>
            <a:ext cx="2743200" cy="13716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44805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C853"/>
                </a:solidFill>
              </a:rPr>
              <a:t>₹99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120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78"/>
                </a:solidFill>
              </a:rPr>
              <a:t>DigiSampatti
complete 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3"/>
                </a:solidFill>
              </a:rPr>
              <a:t>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</a:rPr>
              <a:t>Landeed Ends Where DigiSampatti Begins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6464"/>
                </a:solidFill>
              </a:rPr>
              <a:t>Landeed: step 4 of a 10-step journey. DigiSampatti: all 10 steps.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745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679268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Journey Step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Today (Without DigiSampatti)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DigiSampatti Solution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Before paying advance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Pays ₹1–5L token money blind. Discovers issues after.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Full 7-portal check before a single rupee changes hands.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Property identification</a:t>
                      </a:r>
                    </a:p>
                  </a:txBody>
                  <a:tcPr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Doesn't know survey number. No digital entry point.</a:t>
                      </a:r>
                    </a:p>
                  </a:txBody>
                  <a:tcPr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Camera scans document. GPS identifies land on-site. Auto-extract.</a:t>
                      </a:r>
                    </a:p>
                  </a:txBody>
                  <a:tcPr>
                    <a:solidFill>
                      <a:srgbClr val="F5FA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Full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3–5 days. 7 portals. ₹15,000 lawyer. No verdict.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10 min. ₹99. 7 portals. Kannada verdict. Govt fees included.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Expert legal opinion</a:t>
                      </a:r>
                    </a:p>
                  </a:txBody>
                  <a:tcPr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₹50,000. Days of wait. No rural access.</a:t>
                      </a:r>
                    </a:p>
                  </a:txBody>
                  <a:tcPr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Verified Karnataka lawyer. ₹500–₹2,000. 2 hours. Remote.</a:t>
                      </a:r>
                    </a:p>
                  </a:txBody>
                  <a:tcPr>
                    <a:solidFill>
                      <a:srgbClr val="F5FA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Stamp duty calculation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Surprise at sub-registrar office.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Exact calculation by type, value, district — upfront.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Mutation tracking</a:t>
                      </a:r>
                    </a:p>
                  </a:txBody>
                  <a:tcPr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Manual follow-up for months. No notification.</a:t>
                      </a:r>
                    </a:p>
                  </a:txBody>
                  <a:tcPr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Auto-SMS when Bhoomi mutation confirmed.</a:t>
                      </a:r>
                    </a:p>
                  </a:txBody>
                  <a:tcPr>
                    <a:solidFill>
                      <a:srgbClr val="F5F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3"/>
                </a:solidFill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</a:rPr>
              <a:t>Three Ways In. One Complete Answer.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57600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5272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600"/>
                </a:solidFill>
              </a:rPr>
              <a:t>📷  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73352"/>
            <a:ext cx="3383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</a:rPr>
              <a:t>Photograph any property document — RTC, sale deed, mutation certificate. OCR extracts owner name, survey number, village, taluk, district. User confirms. Full check runs. Works for farmers who cannot type.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657600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5272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600"/>
                </a:solidFill>
              </a:rPr>
              <a:t>📍  GPS — Stand on 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73352"/>
            <a:ext cx="3383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</a:rPr>
              <a:t>Stand on the property. Tap once. GPS coordinates query Karnataka's Bhoomi cadastral GIS layer. Survey number identified automatically. 7-portal verification begins. No document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188720"/>
            <a:ext cx="3657600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5272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600"/>
                </a:solidFill>
              </a:rPr>
              <a:t>⌨️  Type Survey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673352"/>
            <a:ext cx="3383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</a:rPr>
              <a:t>Fastest path for buyers who know property ID. One entry, full report. Used by urban buyers, NRIs verifying remotely, banks processing loans, and real estate professionals.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13632"/>
            <a:ext cx="11274552" cy="777240"/>
          </a:xfrm>
          <a:prstGeom prst="rect">
            <a:avLst/>
          </a:prstGeom>
          <a:solidFill>
            <a:srgbClr val="FFFDE7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109728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2800"/>
                </a:solidFill>
              </a:rPr>
              <a:t>Government Portal Fees — Fully Paid:  Bhoomi ₹15–25  ·  IGRS ₹30–50  ·  CERSAI ₹10  ·  BBMP ₹100–500
All included in the ₹99 service fee. Government revenue is maintained and increases — citizens who never checked portals individually now pay those fees through DigiSampatti.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28032"/>
            <a:ext cx="11274552" cy="658368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84632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0A0"/>
                </a:solidFill>
              </a:rPr>
              <a:t>Full technical architecture — how 7 portals are queried, how contradictions are detected, how the Karnataka legal rule engine works, and how the Kannada verdict is generated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394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6464"/>
                </a:solidFill>
              </a:rPr>
              <a:t>Available under NDA.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3"/>
                </a:solidFill>
              </a:rPr>
              <a:t>The Intelligence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0A0A"/>
                </a:solidFill>
              </a:rPr>
              <a:t>AI Trained by Domain Experts — The Way the Best AI Is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</a:rPr>
              <a:t>Anthropic hired 20 financial analysts to train Claude on finance. DigiSampatti built the same model for Karnataka property law.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36192"/>
            <a:ext cx="73152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536192"/>
            <a:ext cx="11109960" cy="86868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9105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</a:rPr>
              <a:t>🏛  Retired Revenue Inspectors (5)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47672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Former Karnataka Revenue Dept officers. Know Bhoomi's mutation registers, Column 11/12 meanings, PTCL Act, taluk-specific quirks no tech team can learn from docs alone. Review borderline cases, correct the AI.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33472"/>
            <a:ext cx="73152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633472"/>
            <a:ext cx="11109960" cy="86868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68833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</a:rPr>
              <a:t>⚖️  Bar Council Lawyers (8)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044952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Verified property lawyers reviewing CAUTION cases. Apply Karnataka Land Reform Act nuances. Flag where rule engine misses regional legal distinctions. Train AI on real-world disputes — not textbook law.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30752"/>
            <a:ext cx="73152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3730752"/>
            <a:ext cx="11109960" cy="86868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785615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</a:rPr>
              <a:t>🏦  Bank Loan Officers — Empanelled (5)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142232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Senior officers from Karnataka's public sector banks. Review CERSAI and IGRS interpretations. Train AI on actual mortgage risk vs cleared charge — institutional knowledge no public dataset contains.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28031"/>
            <a:ext cx="73152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" y="4828031"/>
            <a:ext cx="11109960" cy="86868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882895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</a:rPr>
              <a:t>🔏  Retired Sub-registrar Officers (2)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239512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Know the registration process, common documentation errors, red flags in sale deeds. Train AI on registration-stage patterns that would otherwise be missed entirely.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943600"/>
            <a:ext cx="11274552" cy="65836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971032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After 1,000 checks → AI recognises Karnataka fraud patterns.  After 10,000 → AI predicts high-risk taluks.  After 1,00,000 → Most accurate property intelligence dataset in India. Owned by DigiSampatti.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3"/>
                </a:solidFill>
              </a:rPr>
              <a:t>Competitive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</a:rPr>
              <a:t>DigiSampatti vs Landeed ($16.3M Raised)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70432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59228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Landeed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DigiSampatti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Core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Document download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Full-journey property intelligence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PDF documents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SAFE / CAUTION / DO NOT BUY verdict in Kannada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Input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Type survey number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Camera scan / GPS on land /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Portals checked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2–3 portals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7 portals incl. Benami + eCourts reverse lookup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Cross-portal contradiction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Yes — fraud only visible across portals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Pre-advance check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Yes — before paying ₹1L token money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Expert lawyer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Yes — verified Karnataka lawyers, ₹500–₹2,000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Stamp duty calculator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Yes — by property type, value, district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Mutation tracker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Yes — auto-SMS when Bhoomi mutation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AI trained by domain experts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Yes — Expert Council of 20 Karnataka professionals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English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Kannada + English — accessible to every citizen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Price per complete check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₹299–499 per document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₹99 — all 7 portals, all fees, complete report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Patent protection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None on core methodology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Patent pending — cross-portal intelligence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3"/>
                </a:solidFill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</a:rPr>
              <a:t>A Market That Has Never Been Fully 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123444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A0A0A"/>
                </a:solidFill>
              </a:rPr>
              <a:t>₹300Cr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78"/>
                </a:solidFill>
              </a:rPr>
              <a:t>Karnataka
Year 1–2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188720"/>
            <a:ext cx="2743200" cy="123444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3444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A0A0A"/>
                </a:solidFill>
              </a:rPr>
              <a:t>₹8,500Cr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78"/>
                </a:solidFill>
              </a:rPr>
              <a:t>India TAM
property 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2743200" cy="123444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3444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A0A0A"/>
                </a:solidFill>
              </a:rPr>
              <a:t>$16.3M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78"/>
                </a:solidFill>
              </a:rPr>
              <a:t>Landeed raised
1 portal, 1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188720"/>
            <a:ext cx="2743200" cy="123444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23444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C853"/>
                </a:solidFill>
              </a:rPr>
              <a:t>7×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82880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78"/>
                </a:solidFill>
              </a:rPr>
              <a:t>More portals
than Landeed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2514600"/>
          <a:ext cx="1127455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8674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DigiSampatti's Entry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Direct Consumers — buyers, NRIs, farmers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1.2Cr Karnataka transactions/year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₹99/check. Camera + GPS. Kannada. Rural reach.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Banks and NBFCs — pre-sanction checks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45+ Karnataka institutions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B2B API. Bulk verification. NPA prevention.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Real Estate Platforms — MagicBricks, 99acres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Millions of listings, no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DigiSampatti Verified badge on listings.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Expert Network — lawyers, revenue consultants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15,000+ Karnataka property lawyers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Referral marketplace. ₹500–₹2,000 per review.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Government / PMAY beneficiaries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Lakhs of beneficiaries per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C3C3C"/>
                          </a:solidFill>
                        </a:rPr>
                        <a:t>Pre-disbursement verification. Govt partnership.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6144768"/>
            <a:ext cx="11274552" cy="50292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C8C8C"/>
                </a:solidFill>
              </a:rPr>
              <a:t>Unit economics, LTV/CAC, revenue model, state expansion roadmap — Available under NDA.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3"/>
                </a:solidFill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</a:rPr>
              <a:t>Built. Filed. Submitted. In Conversation.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669280" cy="48463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527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</a:rPr>
              <a:t>Product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2DC"/>
                </a:solidFill>
              </a:rPr>
              <a:t>✓ Flutter app — submitted to Google Play Store
✓ 7-portal verification engine built
✓ Camera OCR document reader — in development
✓ GPS + Bhoomi GIS integration — in development
✓ Kannada language interface complete
✓ Expert Council structure defined
✓ Stamp duty calculator — in development
✓ Mutation tracker — in development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188720"/>
            <a:ext cx="5669280" cy="48463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</a:rPr>
              <a:t>IP, Legal, and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2DC"/>
                </a:solidFill>
              </a:rPr>
              <a:t>✓ Patent filed — core methodology
✓ DPDP Act 2023 compliant architecture
✓ Government fees payment model designed
✓ Revenue Minister presentation prepared
✓ MP constituency pilot discussions live
✓ API access formally requested
✓ Influencer partnerships in discussion
✓ NRI community (UAE/UK) interest confirmed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3"/>
                </a:solidFill>
              </a:rPr>
              <a:t>Founder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</a:rPr>
              <a:t>Why This Founder. Why Karnataka. Why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65836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Sanjay R — Karnataka-native. Technology + cybersecurity background.
Built DigiSampatti end-to-end: product, legal architecture, Expert Council, government strategy, IP filing.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5486400" cy="416052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Founder Advantages:
→ Karnataka-native — deep knowledge of Bhoomi, taluk systems, local law
→ Cybersecurity background — DPDP-compliant architecture from day one
→ Solo founder — speed advantage, no consensus delay
→ Government-first approach — partner model, not disruption
→ Patent filed before investor conversations — IP protected before dilution
→ Full-journey vision from day one — not a document tool that expanded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965960"/>
            <a:ext cx="5486400" cy="416052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2029968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Market Timing:
→ Bhoomi 8.0 + Kaveri 3.0 launched — best govt data ever
→ DPDP Act 2023 creates compliance framework proptech needs
→ Smartphone penetration in rural Karnataka at historic high
→ NRI property investment into Karnataka growing post-COVID
→ No funded competitor with full-journey model in Karnataka
→ Landeed raised $16.3M proving the market — DigiSampatti builds what they couldn't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3"/>
                </a:solidFill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0A0A"/>
                </a:solidFill>
              </a:rPr>
              <a:t>Seed Round — Building India's Property Intelligence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65836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Stage: Pre-revenue, post-patent, app submitted   ·   Use: Product completion · Expert Council · Karnataka launch · Govt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3657600" cy="246888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02996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</a:rPr>
              <a:t>Product Completion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50592"/>
            <a:ext cx="3438144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</a:rPr>
              <a:t>Camera OCR engine. GPS + GIS integration. eCourts reverse lookup. Benami portal. Cross-portal contradiction engine. Stamp duty calculator. Mutation tracker. Kannada NLP for plain-language verdicts.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65960"/>
            <a:ext cx="3657600" cy="246888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202996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</a:rPr>
              <a:t>Expert Council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450592"/>
            <a:ext cx="3438144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</a:rPr>
              <a:t>Onboard 20 Karnataka domain experts — Revenue Inspectors, Bar Council lawyers, bank officers, sub-registrar officers. Build review workflow and AI training feedback loop. This is the accuracy moat.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965960"/>
            <a:ext cx="3657600" cy="246888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202996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</a:rPr>
              <a:t>Karnataka Market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450592"/>
            <a:ext cx="3438144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4646"/>
                </a:solidFill>
              </a:rPr>
              <a:t>5-district simultaneous launch. Sub-registrar office activations. Real estate agent network. NRI community outreach. Bank B2B conversations. Government API fast-track support.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11274552" cy="658368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599432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C8C8C"/>
                </a:solidFill>
              </a:rPr>
              <a:t>Exact raise amount, valuation, equity structure, financial projections, unit economics, 24-month revenue roadmap — Available under NDA. Schedule a call to receive full deck.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You Have Seen the Shape. Not the Engine.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783080"/>
            <a:ext cx="8531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EC8D7"/>
                </a:solidFill>
              </a:rPr>
              <a:t>What you have not seen yet:
The proprietary cross-portal intelligence engine.
The unit economics and LTV/CAC model.
The government partnership strategy and API roadmap.
The Expert Council activation plan.
The exact raise terms and use-of-funds breakdown.
The state expansion playbook beyond Karnataka.
These details are withheld because they are the moat.
Not because they are weak.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754880"/>
            <a:ext cx="6702552" cy="1417320"/>
          </a:xfrm>
          <a:prstGeom prst="rect">
            <a:avLst/>
          </a:prstGeom>
          <a:solidFill>
            <a:srgbClr val="002814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4800600"/>
            <a:ext cx="6702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53"/>
                </a:solidFill>
              </a:rPr>
              <a:t>Next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166360"/>
            <a:ext cx="6702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7C8"/>
                </a:solidFill>
              </a:rPr>
              <a:t>Sign standard mutual NDA.
Receive full technical deck, financial model, unit economics,
government partnership documents, and Expert Council plan.
One conversation. Complete transparency. No games.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35508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53"/>
                </a:solidFill>
              </a:rPr>
              <a:t>Sanjay R  ·  rajsanjay381@gmail.com  ·  +91 89043 42255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